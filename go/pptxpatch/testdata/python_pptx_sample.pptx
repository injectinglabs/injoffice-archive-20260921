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InjOffice x python-pptx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real bullet from python-pptx</a:t>
            </a:r>
          </a:p>
          <a:p>
            <a:pPr/>
            <a:r>
              <a:t>Second bullet, independently authored</a:t>
            </a:r>
          </a:p>
          <a:p>
            <a:pPr lvl="1"/>
            <a:r>
              <a:t>Nested bullet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real autoshape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Thanks for reading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python-pptx generated this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