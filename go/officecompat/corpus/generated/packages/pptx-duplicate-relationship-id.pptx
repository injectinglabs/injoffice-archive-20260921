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</p:sldIdLst>
  <p:sldSz cx="12192000" cy="6858000"/>
</p:presentation>
</file>

<file path=ppt/_rels/presentation.xml.rels><Relationships xmlns="http://schemas.openxmlformats.org/package/2006/relationships"><Relationship Id="rId2" Type="http://schemas.openxmlformats.org/officeDocument/2006/relationships/slide" Target="slides/slide1.xml"/><Relationship Id="rId2" Type="http://schemas.openxmlformats.org/officeDocument/2006/relationships/theme" Target="theme/theme1.xml"/></Relationships>
</file>

<file path=ppt/slides/slide1.xml><?xml version="1.0" encoding="utf-8"?>
<p:sld xmlns:p="http://schemas.openxmlformats.org/presentationml/2006/main">
  <p:cSld>
    <p:spTree/>
  </p:cSld>
</p:sld>
</file>

<file path=ppt/theme/theme1.xml><?xml version="1.0" encoding="utf-8"?>
<a:theme xmlns:a="http://schemas.openxmlformats.org/drawingml/2006/main" name="Ambiguous">
  <a:themeElements/>
</a:theme>
</file>